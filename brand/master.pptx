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eferenc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/>
          <p:nvPr>
            <p:ph type="title"/>
          </p:nvPr>
        </p:nvSpPr>
        <p:spPr>
          <a:xfrm>
            <a:off x="457200" y="274320"/>
            <a:ext cx="8229600" cy="731520"/>
          </a:xfrm>
        </p:spPr>
        <p:txBody>
          <a:bodyPr wrap="square">
            <a:normAutofit/>
          </a:bodyPr>
          <a:lstStyle>
            <a:lvl1pPr marL="0" indent="0" algn="l">
              <a:buNone/>
              <a:defRPr sz="2400" b="1" i="0"/>
            </a:lvl1pPr>
          </a:lstStyle>
          <a:p>
            <a:r>
              <a:rPr lang="en-US"/>
              <a:t>Title</a:t>
            </a:r>
          </a:p>
        </p:txBody>
      </p:sp>
      <p:sp>
        <p:nvSpPr>
          <p:cNvPr id="101" name="Client"/>
          <p:cNvSpPr/>
          <p:nvPr>
            <p:ph type="body" sz="quarter" idx="21"/>
          </p:nvPr>
        </p:nvSpPr>
        <p:spPr>
          <a:xfrm>
            <a:off x="457200" y="1005840"/>
            <a:ext cx="8229600" cy="320040"/>
          </a:xfrm>
        </p:spPr>
        <p:txBody>
          <a:bodyPr wrap="square">
            <a:normAutofit/>
          </a:bodyPr>
          <a:lstStyle>
            <a:lvl1pPr marL="0" indent="0" algn="l">
              <a:buNone/>
              <a:defRPr sz="1400" b="0" i="1">
                <a:solidFill>
                  <a:srgbClr val="595959"/>
                </a:solidFill>
              </a:defRPr>
            </a:lvl1pPr>
          </a:lstStyle>
          <a:p>
            <a:r>
              <a:rPr lang="en-US"/>
              <a:t>Client</a:t>
            </a:r>
          </a:p>
        </p:txBody>
      </p:sp>
      <p:sp>
        <p:nvSpPr>
          <p:cNvPr id="102" name="Summary"/>
          <p:cNvSpPr/>
          <p:nvPr>
            <p:ph type="body" sz="quarter" idx="22"/>
          </p:nvPr>
        </p:nvSpPr>
        <p:spPr>
          <a:xfrm>
            <a:off x="457200" y="1371600"/>
            <a:ext cx="8229600" cy="914400"/>
          </a:xfrm>
        </p:spPr>
        <p:txBody>
          <a:bodyPr wrap="square">
            <a:normAutofit/>
          </a:bodyPr>
          <a:lstStyle>
            <a:lvl1pPr marL="0" indent="0" algn="l">
              <a:buNone/>
              <a:defRPr sz="1400" b="0" i="0"/>
            </a:lvl1pPr>
          </a:lstStyle>
          <a:p>
            <a:r>
              <a:rPr lang="en-US"/>
              <a:t>Summary</a:t>
            </a:r>
          </a:p>
        </p:txBody>
      </p:sp>
      <p:sp>
        <p:nvSpPr>
          <p:cNvPr id="103" name="Challenge"/>
          <p:cNvSpPr/>
          <p:nvPr>
            <p:ph type="body" sz="quarter" idx="23"/>
          </p:nvPr>
        </p:nvSpPr>
        <p:spPr>
          <a:xfrm>
            <a:off x="457200" y="2651760"/>
            <a:ext cx="4023360" cy="1463040"/>
          </a:xfrm>
        </p:spPr>
        <p:txBody>
          <a:bodyPr wrap="square">
            <a:normAutofit/>
          </a:bodyPr>
          <a:lstStyle>
            <a:lvl1pPr marL="0" indent="0" algn="l">
              <a:buNone/>
              <a:defRPr sz="1100" b="0" i="0"/>
            </a:lvl1pPr>
          </a:lstStyle>
          <a:p>
            <a:r>
              <a:rPr lang="en-US"/>
              <a:t>Challenge</a:t>
            </a:r>
          </a:p>
        </p:txBody>
      </p:sp>
      <p:sp>
        <p:nvSpPr>
          <p:cNvPr id="104" name="Solution"/>
          <p:cNvSpPr/>
          <p:nvPr>
            <p:ph type="body" sz="quarter" idx="24"/>
          </p:nvPr>
        </p:nvSpPr>
        <p:spPr>
          <a:xfrm>
            <a:off x="4663440" y="2651760"/>
            <a:ext cx="4023360" cy="1463040"/>
          </a:xfrm>
        </p:spPr>
        <p:txBody>
          <a:bodyPr wrap="square">
            <a:normAutofit/>
          </a:bodyPr>
          <a:lstStyle>
            <a:lvl1pPr marL="0" indent="0" algn="l">
              <a:buNone/>
              <a:defRPr sz="1100" b="0" i="0"/>
            </a:lvl1pPr>
          </a:lstStyle>
          <a:p>
            <a:r>
              <a:rPr lang="en-US"/>
              <a:t>Solution</a:t>
            </a:r>
          </a:p>
        </p:txBody>
      </p:sp>
      <p:sp>
        <p:nvSpPr>
          <p:cNvPr id="105" name="Outcomes"/>
          <p:cNvSpPr/>
          <p:nvPr>
            <p:ph type="body" sz="quarter" idx="25"/>
          </p:nvPr>
        </p:nvSpPr>
        <p:spPr>
          <a:xfrm>
            <a:off x="457200" y="4480560"/>
            <a:ext cx="4023360" cy="1737360"/>
          </a:xfrm>
        </p:spPr>
        <p:txBody>
          <a:bodyPr wrap="square">
            <a:normAutofit/>
          </a:bodyPr>
          <a:lstStyle>
            <a:lvl1pPr marL="228600" indent="-228600" algn="l">
              <a:defRPr sz="1100" b="0" i="0"/>
            </a:lvl1pPr>
          </a:lstStyle>
          <a:p>
            <a:r>
              <a:rPr lang="en-US"/>
              <a:t>Outcomes</a:t>
            </a:r>
          </a:p>
        </p:txBody>
      </p:sp>
      <p:sp>
        <p:nvSpPr>
          <p:cNvPr id="106" name="Technology"/>
          <p:cNvSpPr/>
          <p:nvPr>
            <p:ph type="body" sz="quarter" idx="26"/>
          </p:nvPr>
        </p:nvSpPr>
        <p:spPr>
          <a:xfrm>
            <a:off x="4663440" y="4480560"/>
            <a:ext cx="4023360" cy="1737360"/>
          </a:xfrm>
        </p:spPr>
        <p:txBody>
          <a:bodyPr wrap="square">
            <a:normAutofit/>
          </a:bodyPr>
          <a:lstStyle>
            <a:lvl1pPr marL="0" indent="0" algn="l">
              <a:buNone/>
              <a:defRPr sz="1100" b="0" i="0"/>
            </a:lvl1pPr>
          </a:lstStyle>
          <a:p>
            <a:r>
              <a:rPr lang="en-US"/>
              <a:t>Technology</a:t>
            </a:r>
          </a:p>
        </p:txBody>
      </p:sp>
      <p:sp>
        <p:nvSpPr>
          <p:cNvPr id="150" name="Challenge heading"/>
          <p:cNvSpPr/>
          <p:nvPr/>
        </p:nvSpPr>
        <p:spPr>
          <a:xfrm>
            <a:off x="457200" y="2377440"/>
            <a:ext cx="4023360" cy="27432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595959"/>
                </a:solidFill>
              </a:rPr>
              <a:t>Challenge</a:t>
            </a:r>
          </a:p>
        </p:txBody>
      </p:sp>
      <p:sp>
        <p:nvSpPr>
          <p:cNvPr id="151" name="Solution heading"/>
          <p:cNvSpPr/>
          <p:nvPr/>
        </p:nvSpPr>
        <p:spPr>
          <a:xfrm>
            <a:off x="4663440" y="2377440"/>
            <a:ext cx="4023360" cy="27432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595959"/>
                </a:solidFill>
              </a:rPr>
              <a:t>Solution</a:t>
            </a:r>
          </a:p>
        </p:txBody>
      </p:sp>
      <p:sp>
        <p:nvSpPr>
          <p:cNvPr id="152" name="Outcomes heading"/>
          <p:cNvSpPr/>
          <p:nvPr/>
        </p:nvSpPr>
        <p:spPr>
          <a:xfrm>
            <a:off x="457200" y="4206240"/>
            <a:ext cx="4023360" cy="27432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595959"/>
                </a:solidFill>
              </a:rPr>
              <a:t>Outcomes</a:t>
            </a:r>
          </a:p>
        </p:txBody>
      </p:sp>
      <p:sp>
        <p:nvSpPr>
          <p:cNvPr id="153" name="Technology heading"/>
          <p:cNvSpPr/>
          <p:nvPr/>
        </p:nvSpPr>
        <p:spPr>
          <a:xfrm>
            <a:off x="4663440" y="4206240"/>
            <a:ext cx="4023360" cy="27432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595959"/>
                </a:solidFill>
              </a:rPr>
              <a:t>Technology</a:t>
            </a:r>
          </a:p>
        </p:txBody>
      </p:sp>
      <p:sp>
        <p:nvSpPr>
          <p:cNvPr id="200" name="Draft notice"/>
          <p:cNvSpPr/>
          <p:nvPr/>
        </p:nvSpPr>
        <p:spPr>
          <a:xfrm>
            <a:off x="457200" y="6355080"/>
            <a:ext cx="8229600" cy="320040"/>
          </a:xfrm>
        </p:spPr>
        <p:txBody>
          <a:bodyPr wrap="square">
            <a:normAutofit/>
          </a:bodyPr>
          <a:lstStyle/>
          <a:p>
            <a:r>
              <a:rPr lang="en-US" sz="1200" b="1" i="0">
                <a:solidFill>
                  <a:srgbClr val="C00000"/>
                </a:solidFill>
              </a:rPr>
              <a:t>DRAFT TEMPLATE – replace with the marketing master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Reference cases</dc:title>
  <dc:subject/>
  <dc:creator>Reference Engine</dc:creator>
  <cp:keywords/>
  <dc:description/>
  <cp:lastModifiedBy>Reference Engine</cp:lastModifiedBy>
  <cp:revision>1</cp:revision>
  <dcterms:created xsi:type="dcterms:W3CDTF">2013-01-27T09:14:16Z</dcterms:created>
  <dcterms:modified xsi:type="dcterms:W3CDTF">2013-01-27T09:15:58Z</dcterms:modified>
  <cp:category/>
</cp:coreProperties>
</file>