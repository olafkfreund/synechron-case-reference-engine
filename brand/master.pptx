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5"/>
  </p:sldMasterIdLst>
  <p:notesMasterIdLst>
    <p:notesMasterId r:id="rId30"/>
  </p:notesMasterIdLst>
  <p:handoutMasterIdLst>
    <p:handoutMasterId r:id="rId31"/>
  </p:handout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Slides" id="{CF8E3EC9-0D8B-9F40-9214-14BDD1DA5474}">
          <p14:sldIdLst>
            <p14:sldId id="264"/>
            <p14:sldId id="263"/>
          </p14:sldIdLst>
        </p14:section>
        <p14:section name="Cover Slides" id="{714C2004-526A-C249-8A4E-53A8C990C197}">
          <p14:sldIdLst>
            <p14:sldId id="2147479470"/>
          </p14:sldIdLst>
        </p14:section>
        <p14:section name="Blank Slide" id="{54C278A8-D2F2-A246-B323-C812C8584543}">
          <p14:sldIdLst>
            <p14:sldId id="2147479472"/>
          </p14:sldIdLst>
        </p14:section>
        <p14:section name="Agenda Slides" id="{293CD6B4-D0B0-804A-AC6C-AB164A3532A9}">
          <p14:sldIdLst>
            <p14:sldId id="2147479469"/>
          </p14:sldIdLst>
        </p14:section>
        <p14:section name="Divider Slides" id="{840F216F-45BA-274F-8913-B1F9F0293010}">
          <p14:sldIdLst>
            <p14:sldId id="2147479477"/>
          </p14:sldIdLst>
        </p14:section>
        <p14:section name="Organization Slides" id="{FD0F6D3D-8BAD-D240-A8FA-242D7F62E81F}">
          <p14:sldIdLst>
            <p14:sldId id="2147479468"/>
            <p14:sldId id="2147479467"/>
            <p14:sldId id="2147479464"/>
            <p14:sldId id="258"/>
          </p14:sldIdLst>
        </p14:section>
        <p14:section name="Chart and graph slides" id="{25C88E7E-5F7D-DF44-B346-CE9E7E44F06B}">
          <p14:sldIdLst>
            <p14:sldId id="278"/>
            <p14:sldId id="2147479462"/>
            <p14:sldId id="272"/>
            <p14:sldId id="261"/>
          </p14:sldIdLst>
        </p14:section>
        <p14:section name="Table Slides" id="{8D30F86B-C334-8C4E-942E-2129928FC400}">
          <p14:sldIdLst>
            <p14:sldId id="2147479473"/>
            <p14:sldId id="2147479474"/>
          </p14:sldIdLst>
        </p14:section>
        <p14:section name="Timeline Slides" id="{D61C6934-6C51-1748-B971-5439F0277693}">
          <p14:sldIdLst>
            <p14:sldId id="2147479475"/>
          </p14:sldIdLst>
        </p14:section>
        <p14:section name="Key Point Slides" id="{44C3002F-EF23-0246-9DA5-5B32CD696732}">
          <p14:sldIdLst>
            <p14:sldId id="274"/>
            <p14:sldId id="2147479476"/>
          </p14:sldIdLst>
        </p14:section>
        <p14:section name="Thank You Slide" id="{C92826F3-B075-7B40-BAE4-2B913C166AD9}">
          <p14:sldIdLst>
            <p14:sldId id="257"/>
          </p14:sldIdLst>
        </p14:section>
        <p14:section name="Asset library" id="{7AFA9030-F2EC-3340-B1FE-6092574BD18F}">
          <p14:sldIdLst>
            <p14:sldId id="273"/>
            <p14:sldId id="2147479460"/>
            <p14:sldId id="277"/>
            <p14:sldId id="21474794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D43D10-C81F-7760-A4DB-2DAB55557CC8}" name="Georgia Davies" initials="GD" userId="S::Georgia.Davies@synechron.com::c5a72dc8-af3a-4b13-b8dc-f13e1ed9d342" providerId="AD"/>
  <p188:author id="{2B1B4613-925D-C451-23E4-2552C68986FC}" name="Christina Savvas" initials="CS" userId="S::Christina.Savvas@synechron.com::9788880c-f0c6-4dc4-a526-f3b7c32e0a00" providerId="AD"/>
  <p188:author id="{B9698327-18CE-A4C8-D112-B37584B73A29}" name="Christina Savvas" initials="CS" userId="S::christina.savvas@synechron.com::9788880c-f0c6-4dc4-a526-f3b7c32e0a00" providerId="AD"/>
  <p188:author id="{BCA87E53-13D6-615D-D10C-60766653D25C}" name="Matthew Stanbridge" initials="MS" userId="S::Matthew.Stanbridge@synechron.com::b73146cc-00b8-406b-89a1-7f4e702ae914" providerId="AD"/>
  <p188:author id="{6654C390-94F3-07CC-3F8C-8F9E8935D462}" name="Matthew Crimmins" initials="MC" userId="S::Matthew.Crimmins@synechron.com::a9297944-5262-446b-bdc8-16deda9a82c5" providerId="AD"/>
  <p188:author id="{5F52C7A2-012A-0876-DF91-F83F57060015}" name="Hannah McAdam" initials="" userId="S::Hannah.McAdam@synechron.com::e4d04aa8-4506-4e0d-b820-d04844821836" providerId="AD"/>
  <p188:author id="{88F90EB4-7D77-F29B-B853-52E91FDB0914}" name="David Straube" initials="DS" userId="S::David.Straube@synechron.com::664ffd22-ce96-474c-b9df-d31414c689a0" providerId="AD"/>
  <p188:author id="{2D5423DE-093D-98E6-F67C-2742E03E6310}" name="Alex Wong" initials="AW" userId="S::alex.wong@synechron.com::8ea5b6a1-4d28-46ba-8352-af5302d959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35"/>
    <a:srgbClr val="FFFFFF"/>
    <a:srgbClr val="F3F3F3"/>
    <a:srgbClr val="FBF321"/>
    <a:srgbClr val="F2F4F6"/>
    <a:srgbClr val="B7B7B7"/>
    <a:srgbClr val="878787"/>
    <a:srgbClr val="FF0000"/>
    <a:srgbClr val="71AAE0"/>
    <a:srgbClr val="FFE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A111915-BE36-4E01-A7E5-04B1672EAD32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1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267" d="100"/>
          <a:sy n="267" d="100"/>
        </p:scale>
        <p:origin x="6976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1ABD99-E5EE-C720-4E0A-EDD2608B73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A4EB1-25AA-874B-9013-CF10BD4A5F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E9D4B-3A63-BD40-926C-279247F662F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82AF-9B8A-20C5-6760-CEDEE1C463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90788-13C7-AB76-6A11-386F6E0B8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8A19B-FEF8-D946-B7FA-21FB8DD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998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06AD5-571F-1D48-842D-FBF45D7AA1EE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DE9F5-CC30-814D-8248-D562D0EC4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71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emf"/><Relationship Id="rId4" Type="http://schemas.openxmlformats.org/officeDocument/2006/relationships/image" Target="../media/image8.sv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emf"/><Relationship Id="rId4" Type="http://schemas.openxmlformats.org/officeDocument/2006/relationships/image" Target="../media/image8.svg"/><Relationship Id="rId5" Type="http://schemas.openxmlformats.org/officeDocument/2006/relationships/image" Target="../media/image10.png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00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92C0B75-4C15-DD40-2BBE-5A60F2E1CE7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403" y="386406"/>
            <a:ext cx="1872269" cy="379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D04D8E-F1DB-37D9-ECB5-5B33B1EA73D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96001" y="0"/>
            <a:ext cx="6095999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CA947BA8-D438-718A-465F-BEF8DEA25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894" y="2678698"/>
            <a:ext cx="3756901" cy="1500604"/>
          </a:xfrm>
          <a:prstGeom prst="rect">
            <a:avLst/>
          </a:prstGeom>
          <a:noFill/>
        </p:spPr>
        <p:txBody>
          <a:bodyPr/>
          <a:lstStyle>
            <a:lvl1pPr>
              <a:defRPr sz="54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>
                <a:solidFill>
                  <a:srgbClr val="FFFFFF"/>
                </a:solidFill>
              </a:rPr>
              <a:t>Heading Goes Here</a:t>
            </a:r>
          </a:p>
        </p:txBody>
      </p:sp>
      <p:sp>
        <p:nvSpPr>
          <p:cNvPr id="8" name="© Copyright 2022. Synechron. All rights reserved.  No part of this presentation, concepts or designs may be used without permission.">
            <a:extLst>
              <a:ext uri="{FF2B5EF4-FFF2-40B4-BE49-F238E27FC236}">
                <a16:creationId xmlns:a16="http://schemas.microsoft.com/office/drawing/2014/main" id="{37925144-8304-27AC-2136-D54F89FF9569}"/>
              </a:ext>
            </a:extLst>
          </p:cNvPr>
          <p:cNvSpPr txBox="1"/>
          <p:nvPr userDrawn="1"/>
        </p:nvSpPr>
        <p:spPr>
          <a:xfrm>
            <a:off x="374222" y="6375680"/>
            <a:ext cx="35136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defRPr sz="1800">
                <a:solidFill>
                  <a:srgbClr val="FFFFFF"/>
                </a:solidFill>
                <a:latin typeface="Carnas"/>
                <a:ea typeface="Carnas"/>
                <a:cs typeface="Carnas"/>
                <a:sym typeface="Carnas"/>
              </a:defRPr>
            </a:pPr>
            <a:r>
              <a:rPr sz="700" dirty="0">
                <a:solidFill>
                  <a:srgbClr val="FFFFFF"/>
                </a:solidFill>
                <a:latin typeface="Aptos"/>
                <a:cs typeface="Aptos"/>
              </a:rPr>
              <a:t>© Copyright 202</a:t>
            </a:r>
            <a:r>
              <a:rPr lang="en-GB" sz="700" dirty="0">
                <a:solidFill>
                  <a:srgbClr val="FFFFFF"/>
                </a:solidFill>
                <a:latin typeface="Aptos"/>
                <a:cs typeface="Aptos"/>
              </a:rPr>
              <a:t>6</a:t>
            </a:r>
            <a:r>
              <a:rPr sz="700" dirty="0">
                <a:solidFill>
                  <a:srgbClr val="FFFFFF"/>
                </a:solidFill>
                <a:latin typeface="Aptos"/>
                <a:cs typeface="Aptos"/>
              </a:rPr>
              <a:t>. </a:t>
            </a:r>
            <a:r>
              <a:rPr sz="700" dirty="0" err="1">
                <a:solidFill>
                  <a:srgbClr val="FFFFFF"/>
                </a:solidFill>
                <a:latin typeface="Aptos"/>
                <a:cs typeface="Aptos"/>
              </a:rPr>
              <a:t>Synechron</a:t>
            </a:r>
            <a:r>
              <a:rPr sz="700" dirty="0">
                <a:solidFill>
                  <a:srgbClr val="FFFFFF"/>
                </a:solidFill>
                <a:latin typeface="Aptos"/>
                <a:cs typeface="Aptos"/>
              </a:rPr>
              <a:t>. All rights reserved. </a:t>
            </a:r>
            <a:br>
              <a:rPr sz="700" dirty="0">
                <a:solidFill>
                  <a:srgbClr val="FFFFFF"/>
                </a:solidFill>
                <a:latin typeface="Aptos"/>
                <a:cs typeface="Aptos"/>
              </a:rPr>
            </a:br>
            <a:r>
              <a:rPr sz="700" dirty="0">
                <a:solidFill>
                  <a:srgbClr val="FFFFFF"/>
                </a:solidFill>
                <a:latin typeface="Aptos"/>
                <a:ea typeface="Carnas Light"/>
                <a:cs typeface="Aptos"/>
                <a:sym typeface="Carnas Light"/>
              </a:rPr>
              <a:t>No part of this presentation, concepts or designs may be used without permission.</a:t>
            </a:r>
          </a:p>
        </p:txBody>
      </p:sp>
      <p:sp>
        <p:nvSpPr>
          <p:cNvPr id="110" name="Subtitle"/>
          <p:cNvSpPr/>
          <p:nvPr>
            <p:ph type="body" sz="quarter" idx="30"/>
          </p:nvPr>
        </p:nvSpPr>
        <p:spPr>
          <a:xfrm>
            <a:off x="374904" y="4434840"/>
            <a:ext cx="4572000" cy="45720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1659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171D565-484A-FD56-D7A0-C87D37D81CB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4586" y="6416106"/>
            <a:ext cx="725939" cy="147188"/>
          </a:xfrm>
          <a:prstGeom prst="rect">
            <a:avLst/>
          </a:prstGeom>
        </p:spPr>
      </p:pic>
      <p:sp>
        <p:nvSpPr>
          <p:cNvPr id="100" name="Title"/>
          <p:cNvSpPr/>
          <p:nvPr>
            <p:ph type="title"/>
          </p:nvPr>
        </p:nvSpPr>
        <p:spPr>
          <a:xfrm>
            <a:off x="365760" y="365760"/>
            <a:ext cx="9418320" cy="64008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2800" b="1">
                <a:solidFill>
                  <a:srgbClr val="002535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1" name="Picture"/>
          <p:cNvSpPr/>
          <p:nvPr>
            <p:ph type="body" sz="quarter" idx="21"/>
          </p:nvPr>
        </p:nvSpPr>
        <p:spPr>
          <a:xfrm>
            <a:off x="365760" y="1143000"/>
            <a:ext cx="11430000" cy="457200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1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02" name="Caption"/>
          <p:cNvSpPr/>
          <p:nvPr>
            <p:ph type="body" sz="quarter" idx="22"/>
          </p:nvPr>
        </p:nvSpPr>
        <p:spPr>
          <a:xfrm>
            <a:off x="365760" y="5806440"/>
            <a:ext cx="11430000" cy="41148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200" b="0">
                <a:solidFill>
                  <a:srgbClr val="808285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3031645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con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5756EC6-83A3-FE2B-615C-78E26D1565E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4586" y="6416106"/>
            <a:ext cx="725939" cy="147188"/>
          </a:xfrm>
          <a:prstGeom prst="rect">
            <a:avLst/>
          </a:prstGeom>
        </p:spPr>
      </p:pic>
      <p:sp>
        <p:nvSpPr>
          <p:cNvPr id="100" name="Title"/>
          <p:cNvSpPr/>
          <p:nvPr>
            <p:ph type="title"/>
          </p:nvPr>
        </p:nvSpPr>
        <p:spPr>
          <a:xfrm>
            <a:off x="365760" y="365760"/>
            <a:ext cx="9418320" cy="64008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2800" b="1">
                <a:solidFill>
                  <a:srgbClr val="002535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1" name="Summary"/>
          <p:cNvSpPr/>
          <p:nvPr>
            <p:ph type="body" sz="quarter" idx="21"/>
          </p:nvPr>
        </p:nvSpPr>
        <p:spPr>
          <a:xfrm>
            <a:off x="365760" y="1051560"/>
            <a:ext cx="11430000" cy="54864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200" b="0">
                <a:solidFill>
                  <a:srgbClr val="808285"/>
                </a:solidFill>
              </a:defRPr>
            </a:lvl1pPr>
          </a:lstStyle>
          <a:p>
            <a:r>
              <a:rPr lang="en-US"/>
              <a:t>Summary</a:t>
            </a:r>
          </a:p>
        </p:txBody>
      </p:sp>
      <p:sp>
        <p:nvSpPr>
          <p:cNvPr id="102" name="Statements"/>
          <p:cNvSpPr/>
          <p:nvPr>
            <p:ph type="body" sz="quarter" idx="22"/>
          </p:nvPr>
        </p:nvSpPr>
        <p:spPr>
          <a:xfrm>
            <a:off x="365760" y="1737360"/>
            <a:ext cx="11430000" cy="4480560"/>
          </a:xfrm>
        </p:spPr>
        <p:txBody>
          <a:bodyPr wrap="square" lIns="0" rIns="0">
            <a:normAutofit/>
          </a:bodyPr>
          <a:lstStyle>
            <a:lvl1pPr marL="228600" indent="-228600" algn="l">
              <a:buFont typeface="Aptos"/>
              <a:buChar char="•"/>
              <a:defRPr sz="11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Statements</a:t>
            </a:r>
          </a:p>
        </p:txBody>
      </p:sp>
    </p:spTree>
    <p:extLst>
      <p:ext uri="{BB962C8B-B14F-4D97-AF65-F5344CB8AC3E}">
        <p14:creationId xmlns:p14="http://schemas.microsoft.com/office/powerpoint/2010/main" val="2089550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cas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286768A-BEC2-E8F1-4B5B-D926C2FA892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4586" y="6416106"/>
            <a:ext cx="725939" cy="147188"/>
          </a:xfrm>
          <a:prstGeom prst="rect">
            <a:avLst/>
          </a:prstGeom>
        </p:spPr>
      </p:pic>
      <p:sp>
        <p:nvSpPr>
          <p:cNvPr id="100" name="Title"/>
          <p:cNvSpPr/>
          <p:nvPr>
            <p:ph type="title"/>
          </p:nvPr>
        </p:nvSpPr>
        <p:spPr>
          <a:xfrm>
            <a:off x="365760" y="365760"/>
            <a:ext cx="9418320" cy="64008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2800" b="1">
                <a:solidFill>
                  <a:srgbClr val="002535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1" name="Client"/>
          <p:cNvSpPr/>
          <p:nvPr>
            <p:ph type="body" sz="quarter" idx="21"/>
          </p:nvPr>
        </p:nvSpPr>
        <p:spPr>
          <a:xfrm>
            <a:off x="365760" y="1005840"/>
            <a:ext cx="9418320" cy="32004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400" b="0">
                <a:solidFill>
                  <a:srgbClr val="0A5A78"/>
                </a:solidFill>
              </a:defRPr>
            </a:lvl1pPr>
          </a:lstStyle>
          <a:p>
            <a:r>
              <a:rPr lang="en-US"/>
              <a:t>Client</a:t>
            </a:r>
          </a:p>
        </p:txBody>
      </p:sp>
      <p:sp>
        <p:nvSpPr>
          <p:cNvPr id="102" name="Summary"/>
          <p:cNvSpPr/>
          <p:nvPr>
            <p:ph type="body" sz="quarter" idx="22"/>
          </p:nvPr>
        </p:nvSpPr>
        <p:spPr>
          <a:xfrm>
            <a:off x="365760" y="1417320"/>
            <a:ext cx="11430000" cy="82296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3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Summary</a:t>
            </a:r>
          </a:p>
        </p:txBody>
      </p:sp>
      <p:sp>
        <p:nvSpPr>
          <p:cNvPr id="103" name="Challenge"/>
          <p:cNvSpPr/>
          <p:nvPr>
            <p:ph type="body" sz="quarter" idx="23"/>
          </p:nvPr>
        </p:nvSpPr>
        <p:spPr>
          <a:xfrm>
            <a:off x="365760" y="2788920"/>
            <a:ext cx="5486400" cy="141732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1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Challenge</a:t>
            </a:r>
          </a:p>
        </p:txBody>
      </p:sp>
      <p:sp>
        <p:nvSpPr>
          <p:cNvPr id="104" name="Solution"/>
          <p:cNvSpPr/>
          <p:nvPr>
            <p:ph type="body" sz="quarter" idx="24"/>
          </p:nvPr>
        </p:nvSpPr>
        <p:spPr>
          <a:xfrm>
            <a:off x="6263640" y="2788920"/>
            <a:ext cx="5486400" cy="141732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1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Solution</a:t>
            </a:r>
          </a:p>
        </p:txBody>
      </p:sp>
      <p:sp>
        <p:nvSpPr>
          <p:cNvPr id="105" name="Outcomes"/>
          <p:cNvSpPr/>
          <p:nvPr>
            <p:ph type="body" sz="quarter" idx="25"/>
          </p:nvPr>
        </p:nvSpPr>
        <p:spPr>
          <a:xfrm>
            <a:off x="365760" y="4709160"/>
            <a:ext cx="5486400" cy="1554480"/>
          </a:xfrm>
        </p:spPr>
        <p:txBody>
          <a:bodyPr wrap="square" lIns="0" rIns="0">
            <a:normAutofit/>
          </a:bodyPr>
          <a:lstStyle>
            <a:lvl1pPr marL="228600" indent="-228600" algn="l">
              <a:buFont typeface="Aptos"/>
              <a:buChar char="•"/>
              <a:defRPr sz="11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Outcomes</a:t>
            </a:r>
          </a:p>
        </p:txBody>
      </p:sp>
      <p:sp>
        <p:nvSpPr>
          <p:cNvPr id="106" name="Technology"/>
          <p:cNvSpPr/>
          <p:nvPr>
            <p:ph type="body" sz="quarter" idx="26"/>
          </p:nvPr>
        </p:nvSpPr>
        <p:spPr>
          <a:xfrm>
            <a:off x="6263640" y="4709160"/>
            <a:ext cx="5486400" cy="1554480"/>
          </a:xfrm>
        </p:spPr>
        <p:txBody>
          <a:bodyPr wrap="square" lIns="0" rIns="0">
            <a:normAutofit/>
          </a:bodyPr>
          <a:lstStyle>
            <a:lvl1pPr marL="0" indent="0" algn="l">
              <a:buNone/>
              <a:defRPr sz="11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Technology</a:t>
            </a:r>
          </a:p>
        </p:txBody>
      </p:sp>
      <p:sp>
        <p:nvSpPr>
          <p:cNvPr id="150" name="Challenge heading"/>
          <p:cNvSpPr/>
          <p:nvPr/>
        </p:nvSpPr>
        <p:spPr>
          <a:xfrm>
            <a:off x="365760" y="2423160"/>
            <a:ext cx="5486400" cy="274320"/>
          </a:xfrm>
        </p:spPr>
        <p:txBody>
          <a:bodyPr wrap="square" lIns="0" rIns="0"/>
          <a:lstStyle/>
          <a:p>
            <a:r>
              <a:rPr lang="en-US" sz="1200" b="1">
                <a:solidFill>
                  <a:srgbClr val="002535"/>
                </a:solidFill>
              </a:rPr>
              <a:t>Challenge</a:t>
            </a:r>
          </a:p>
        </p:txBody>
      </p:sp>
      <p:sp>
        <p:nvSpPr>
          <p:cNvPr id="170" name="Keyline 170"/>
          <p:cNvSpPr/>
          <p:nvPr/>
        </p:nvSpPr>
        <p:spPr>
          <a:xfrm>
            <a:off x="365760" y="2715768"/>
            <a:ext cx="548640" cy="36576"/>
          </a:xfrm>
          <a:prstGeom prst="rect">
            <a:avLst/>
          </a:prstGeom>
          <a:solidFill>
            <a:srgbClr val="FBF321"/>
          </a:solidFill>
          <a:ln>
            <a:noFill/>
          </a:ln>
        </p:spPr>
      </p:sp>
      <p:sp>
        <p:nvSpPr>
          <p:cNvPr id="151" name="Solution heading"/>
          <p:cNvSpPr/>
          <p:nvPr/>
        </p:nvSpPr>
        <p:spPr>
          <a:xfrm>
            <a:off x="6263640" y="2423160"/>
            <a:ext cx="5486400" cy="274320"/>
          </a:xfrm>
        </p:spPr>
        <p:txBody>
          <a:bodyPr wrap="square" lIns="0" rIns="0"/>
          <a:lstStyle/>
          <a:p>
            <a:r>
              <a:rPr lang="en-US" sz="1200" b="1">
                <a:solidFill>
                  <a:srgbClr val="002535"/>
                </a:solidFill>
              </a:rPr>
              <a:t>Solution</a:t>
            </a:r>
          </a:p>
        </p:txBody>
      </p:sp>
      <p:sp>
        <p:nvSpPr>
          <p:cNvPr id="171" name="Keyline 171"/>
          <p:cNvSpPr/>
          <p:nvPr/>
        </p:nvSpPr>
        <p:spPr>
          <a:xfrm>
            <a:off x="6263640" y="2715768"/>
            <a:ext cx="548640" cy="36576"/>
          </a:xfrm>
          <a:prstGeom prst="rect">
            <a:avLst/>
          </a:prstGeom>
          <a:solidFill>
            <a:srgbClr val="FBF321"/>
          </a:solidFill>
          <a:ln>
            <a:noFill/>
          </a:ln>
        </p:spPr>
      </p:sp>
      <p:sp>
        <p:nvSpPr>
          <p:cNvPr id="152" name="Outcomes heading"/>
          <p:cNvSpPr/>
          <p:nvPr/>
        </p:nvSpPr>
        <p:spPr>
          <a:xfrm>
            <a:off x="365760" y="4343400"/>
            <a:ext cx="5486400" cy="274320"/>
          </a:xfrm>
        </p:spPr>
        <p:txBody>
          <a:bodyPr wrap="square" lIns="0" rIns="0"/>
          <a:lstStyle/>
          <a:p>
            <a:r>
              <a:rPr lang="en-US" sz="1200" b="1">
                <a:solidFill>
                  <a:srgbClr val="002535"/>
                </a:solidFill>
              </a:rPr>
              <a:t>Outcomes</a:t>
            </a:r>
          </a:p>
        </p:txBody>
      </p:sp>
      <p:sp>
        <p:nvSpPr>
          <p:cNvPr id="172" name="Keyline 172"/>
          <p:cNvSpPr/>
          <p:nvPr/>
        </p:nvSpPr>
        <p:spPr>
          <a:xfrm>
            <a:off x="365760" y="4636008"/>
            <a:ext cx="548640" cy="36576"/>
          </a:xfrm>
          <a:prstGeom prst="rect">
            <a:avLst/>
          </a:prstGeom>
          <a:solidFill>
            <a:srgbClr val="FBF321"/>
          </a:solidFill>
          <a:ln>
            <a:noFill/>
          </a:ln>
        </p:spPr>
      </p:sp>
      <p:sp>
        <p:nvSpPr>
          <p:cNvPr id="153" name="Technology heading"/>
          <p:cNvSpPr/>
          <p:nvPr/>
        </p:nvSpPr>
        <p:spPr>
          <a:xfrm>
            <a:off x="6263640" y="4343400"/>
            <a:ext cx="5486400" cy="274320"/>
          </a:xfrm>
        </p:spPr>
        <p:txBody>
          <a:bodyPr wrap="square" lIns="0" rIns="0"/>
          <a:lstStyle/>
          <a:p>
            <a:r>
              <a:rPr lang="en-US" sz="1200" b="1">
                <a:solidFill>
                  <a:srgbClr val="002535"/>
                </a:solidFill>
              </a:rPr>
              <a:t>Technology</a:t>
            </a:r>
          </a:p>
        </p:txBody>
      </p:sp>
      <p:sp>
        <p:nvSpPr>
          <p:cNvPr id="173" name="Keyline 173"/>
          <p:cNvSpPr/>
          <p:nvPr/>
        </p:nvSpPr>
        <p:spPr>
          <a:xfrm>
            <a:off x="6263640" y="4636008"/>
            <a:ext cx="548640" cy="36576"/>
          </a:xfrm>
          <a:prstGeom prst="rect">
            <a:avLst/>
          </a:prstGeom>
          <a:solidFill>
            <a:srgbClr val="FBF32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7512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002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0FE9311-7777-625A-8DAB-D3B881DD783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404" y="483020"/>
            <a:ext cx="1487791" cy="301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8BD77-EF58-370A-BC36-4D2E40B60185}"/>
              </a:ext>
            </a:extLst>
          </p:cNvPr>
          <p:cNvSpPr txBox="1"/>
          <p:nvPr userDrawn="1"/>
        </p:nvSpPr>
        <p:spPr>
          <a:xfrm>
            <a:off x="376747" y="2421918"/>
            <a:ext cx="4789487" cy="8309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5400" b="1" kern="1200" dirty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99E376-73C9-1762-CF4C-239E5C373FA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96001" y="0"/>
            <a:ext cx="6095999" cy="6858000"/>
          </a:xfrm>
          <a:prstGeom prst="rect">
            <a:avLst/>
          </a:prstGeom>
        </p:spPr>
      </p:pic>
      <p:sp>
        <p:nvSpPr>
          <p:cNvPr id="8" name="© Copyright 2022. Synechron. All rights reserved.  No part of this presentation, concepts or designs may be used without permission.">
            <a:extLst>
              <a:ext uri="{FF2B5EF4-FFF2-40B4-BE49-F238E27FC236}">
                <a16:creationId xmlns:a16="http://schemas.microsoft.com/office/drawing/2014/main" id="{73AE53AF-FB68-3764-989C-213F29A4B3D8}"/>
              </a:ext>
            </a:extLst>
          </p:cNvPr>
          <p:cNvSpPr txBox="1"/>
          <p:nvPr userDrawn="1"/>
        </p:nvSpPr>
        <p:spPr>
          <a:xfrm>
            <a:off x="377894" y="6375680"/>
            <a:ext cx="35136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defRPr sz="1800">
                <a:solidFill>
                  <a:srgbClr val="FFFFFF"/>
                </a:solidFill>
                <a:latin typeface="Carnas"/>
                <a:ea typeface="Carnas"/>
                <a:cs typeface="Carnas"/>
                <a:sym typeface="Carnas"/>
              </a:defRPr>
            </a:pPr>
            <a:r>
              <a:rPr sz="700">
                <a:solidFill>
                  <a:srgbClr val="FFFFFF"/>
                </a:solidFill>
                <a:latin typeface="Aptos"/>
                <a:cs typeface="Aptos"/>
              </a:rPr>
              <a:t>© Copyright 202</a:t>
            </a:r>
            <a:r>
              <a:rPr lang="en-GB" sz="700">
                <a:solidFill>
                  <a:srgbClr val="FFFFFF"/>
                </a:solidFill>
                <a:latin typeface="Aptos"/>
                <a:cs typeface="Aptos"/>
              </a:rPr>
              <a:t>6</a:t>
            </a:r>
            <a:r>
              <a:rPr sz="700">
                <a:solidFill>
                  <a:srgbClr val="FFFFFF"/>
                </a:solidFill>
                <a:latin typeface="Aptos"/>
                <a:cs typeface="Aptos"/>
              </a:rPr>
              <a:t>. </a:t>
            </a:r>
            <a:r>
              <a:rPr sz="700" err="1">
                <a:solidFill>
                  <a:srgbClr val="FFFFFF"/>
                </a:solidFill>
                <a:latin typeface="Aptos"/>
                <a:cs typeface="Aptos"/>
              </a:rPr>
              <a:t>Synechron</a:t>
            </a:r>
            <a:r>
              <a:rPr sz="700">
                <a:solidFill>
                  <a:srgbClr val="FFFFFF"/>
                </a:solidFill>
                <a:latin typeface="Aptos"/>
                <a:cs typeface="Aptos"/>
              </a:rPr>
              <a:t>. All rights reserved. </a:t>
            </a:r>
            <a:br>
              <a:rPr sz="700">
                <a:solidFill>
                  <a:srgbClr val="FFFFFF"/>
                </a:solidFill>
                <a:latin typeface="Aptos"/>
                <a:cs typeface="Aptos"/>
              </a:rPr>
            </a:br>
            <a:r>
              <a:rPr sz="700">
                <a:solidFill>
                  <a:srgbClr val="FFFFFF"/>
                </a:solidFill>
                <a:latin typeface="Aptos"/>
                <a:ea typeface="Carnas Light"/>
                <a:cs typeface="Aptos"/>
                <a:sym typeface="Carnas Light"/>
              </a:rPr>
              <a:t>No part of this presentation, concepts or designs may be used without permission.</a:t>
            </a:r>
          </a:p>
        </p:txBody>
      </p:sp>
    </p:spTree>
    <p:extLst>
      <p:ext uri="{BB962C8B-B14F-4D97-AF65-F5344CB8AC3E}">
        <p14:creationId xmlns:p14="http://schemas.microsoft.com/office/powerpoint/2010/main" val="3901217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10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26BA8-DA5F-575F-990D-6B24096F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25" y="368300"/>
            <a:ext cx="11448000" cy="44608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059116-F7C9-7DED-614A-5B2BD0CE3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400" y="1483200"/>
            <a:ext cx="11448000" cy="439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71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3"/>
    <p:sldLayoutId id="2147483772" r:id="rId10"/>
    <p:sldLayoutId id="2147483740" r:id="rId14"/>
    <p:sldLayoutId id="2147483774" r:id="rId18"/>
    <p:sldLayoutId id="214748372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ptos"/>
        <a:buChar char="•"/>
        <a:defRPr lang="en-GB" sz="14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lang="en-GB" sz="14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lang="en-GB" sz="14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lang="en-GB" sz="14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lang="en-GB" sz="14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ptos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orient="horz" pos="4088" userDrawn="1">
          <p15:clr>
            <a:srgbClr val="F26B43"/>
          </p15:clr>
        </p15:guide>
        <p15:guide id="6" orient="horz" pos="550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5632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Synechron_PPT_Template_2024">
  <a:themeElements>
    <a:clrScheme name="Custom 3">
      <a:dk1>
        <a:srgbClr val="000000"/>
      </a:dk1>
      <a:lt1>
        <a:srgbClr val="FEFFFF"/>
      </a:lt1>
      <a:dk2>
        <a:srgbClr val="002535"/>
      </a:dk2>
      <a:lt2>
        <a:srgbClr val="F3F3F3"/>
      </a:lt2>
      <a:accent1>
        <a:srgbClr val="FBF321"/>
      </a:accent1>
      <a:accent2>
        <a:srgbClr val="3F4143"/>
      </a:accent2>
      <a:accent3>
        <a:srgbClr val="5F6064"/>
      </a:accent3>
      <a:accent4>
        <a:srgbClr val="7F8285"/>
      </a:accent4>
      <a:accent5>
        <a:srgbClr val="B2B4B5"/>
      </a:accent5>
      <a:accent6>
        <a:srgbClr val="CBCCCD"/>
      </a:accent6>
      <a:hlink>
        <a:srgbClr val="FBF321"/>
      </a:hlink>
      <a:folHlink>
        <a:srgbClr val="FBF321"/>
      </a:folHlink>
    </a:clrScheme>
    <a:fontScheme name="Synechron">
      <a:majorFont>
        <a:latin typeface="Aptos 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1800" b="1" kern="1200" dirty="0" smtClean="0">
            <a:solidFill>
              <a:schemeClr val="bg1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78FD5FC-A2A9-48CF-95C5-038ED774DB37}" vid="{E92FF698-C121-4B48-84B9-16F3874C2F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3887BE6AD9A1489AD83EFCEBF7AB5F" ma:contentTypeVersion="0" ma:contentTypeDescription="Create a new document." ma:contentTypeScope="" ma:versionID="7df33ecdce8e4c6219e3ce4263e613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42D1B7-C516-426E-BFBA-628D4475F432}">
  <ds:schemaRefs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  <ds:schemaRef ds:uri="1c149ee2-944d-46bb-8d1e-b81a991d3af8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099a30a7-9850-4230-acb4-179a1ef0160a"/>
    <ds:schemaRef ds:uri="5bddaa57-00a1-4f59-a6b0-60424dabbb9c"/>
    <ds:schemaRef ds:uri="3d31dc96-ad86-4214-90a7-240c0f19a124"/>
  </ds:schemaRefs>
</ds:datastoreItem>
</file>

<file path=customXml/itemProps3.xml><?xml version="1.0" encoding="utf-8"?>
<ds:datastoreItem xmlns:ds="http://schemas.openxmlformats.org/officeDocument/2006/customXml" ds:itemID="{9910E21F-D3C7-4B61-8A58-2DD753195593}"/>
</file>

<file path=customXml/itemProps4.xml><?xml version="1.0" encoding="utf-8"?>
<ds:datastoreItem xmlns:ds="http://schemas.openxmlformats.org/officeDocument/2006/customXml" ds:itemID="{A6F64BD3-CB34-4629-AB5A-62CED0E022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1320</Words>
  <Application>Microsoft Office PowerPoint</Application>
  <PresentationFormat>Widescreen</PresentationFormat>
  <Paragraphs>230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Bold</vt:lpstr>
      <vt:lpstr>Aptos Display</vt:lpstr>
      <vt:lpstr>Aptos SemiBold</vt:lpstr>
      <vt:lpstr>Arial</vt:lpstr>
      <vt:lpstr>Synechron_PPT_Template_2024</vt:lpstr>
      <vt:lpstr>How to use this Template </vt:lpstr>
      <vt:lpstr>PowerPoint Presentation</vt:lpstr>
      <vt:lpstr>Heading Goes Here</vt:lpstr>
      <vt:lpstr>Title goes here</vt:lpstr>
      <vt:lpstr>Agenda</vt:lpstr>
      <vt:lpstr>Divider title goes here</vt:lpstr>
      <vt:lpstr>Organization </vt:lpstr>
      <vt:lpstr>Introduction to the Team</vt:lpstr>
      <vt:lpstr>Your title goes here</vt:lpstr>
      <vt:lpstr>Headline Goes Here</vt:lpstr>
      <vt:lpstr>Heading goes here</vt:lpstr>
      <vt:lpstr>Charts</vt:lpstr>
      <vt:lpstr>Graphs</vt:lpstr>
      <vt:lpstr>Headline Goes Here</vt:lpstr>
      <vt:lpstr>Headline Goes Here</vt:lpstr>
      <vt:lpstr>Table</vt:lpstr>
      <vt:lpstr>Roadmap</vt:lpstr>
      <vt:lpstr>Headline</vt:lpstr>
      <vt:lpstr>Headline</vt:lpstr>
      <vt:lpstr>PowerPoint Presentation</vt:lpstr>
      <vt:lpstr>Graphs</vt:lpstr>
      <vt:lpstr>Graphs</vt:lpstr>
      <vt:lpstr>Table </vt:lpstr>
      <vt:lpstr>Icons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cases</dc:title>
  <dc:creator>Reference Engine</dc:creator>
  <cp:lastModifiedBy>Reference Engine</cp:lastModifiedBy>
  <cp:revision>1</cp:revision>
  <dcterms:created xsi:type="dcterms:W3CDTF">2026-06-08T18:32:53Z</dcterms:created>
  <dcterms:modified xsi:type="dcterms:W3CDTF">2026-06-08T18:36:49Z</dcterms:modified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0x010100103887BE6AD9A1489AD83EFCEBF7AB5F</vt:lpwstr>
  </property>
  <property fmtid="{D5CDD505-2E9C-101B-9397-08002B2CF9AE}" pid="3" name="MediaServiceImageTags">
    <vt:lpwstr/>
  </property>
  <property fmtid="{D5CDD505-2E9C-101B-9397-08002B2CF9AE}" pid="4" name="Order">
    <vt:lpwstr>20800.0000000000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_dlc_DocIdItemGuid">
    <vt:lpwstr>f12ae186-f287-4eb7-9be2-f28e2052eb9c</vt:lpwstr>
  </property>
  <property fmtid="{D5CDD505-2E9C-101B-9397-08002B2CF9AE}" pid="12" name="lcf76f155ced4ddcb4097134ff3c332f">
    <vt:lpwstr/>
  </property>
</Properties>
</file>